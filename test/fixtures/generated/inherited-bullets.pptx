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Propulsion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Warp field geometry</a:t>
            </a:r>
          </a:p>
          <a:p>
            <a:r>
              <a:t>Nacelle plasma injectors</a:t>
            </a:r>
          </a:p>
          <a:p>
            <a:pPr>
              <a:buNone/>
            </a:pPr>
            <a:r>
              <a:t>This line opted out of the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caption in a plain text box</a:t>
            </a:r>
          </a:p>
          <a:p>
            <a:r>
              <a:t>A second caption 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Refit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t>Dock and power down</a:t>
            </a:r>
          </a:p>
          <a:p>
            <a:pPr lvl="1"/>
            <a:r>
              <a:t>Drain the plasma manifold</a:t>
            </a:r>
          </a:p>
          <a:p>
            <a:pPr lvl="2"/>
            <a:r>
              <a:t>Cap the conduit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Inherited bullets</dc:title>
  <dc:subject/>
  <dc:creator>slimdoc fixtures</dc:creator>
  <cp:keywords/>
  <dc:description>generated using python-pptx</dc:description>
  <cp:lastModifiedBy>slimdoc fixtures</cp:lastModifiedBy>
  <cp:revision>1</cp:revision>
  <dcterms:created xsi:type="dcterms:W3CDTF">2024-01-01T00:00:00Z</dcterms:created>
  <dcterms:modified xsi:type="dcterms:W3CDTF">2024-01-01T00:00:00Z</dcterms:modified>
  <cp:category/>
</cp:coreProperties>
</file>